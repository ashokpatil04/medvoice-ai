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803" r:id="rId2"/>
    <p:sldId id="833" r:id="rId3"/>
    <p:sldId id="824" r:id="rId4"/>
    <p:sldId id="828" r:id="rId5"/>
    <p:sldId id="805" r:id="rId6"/>
    <p:sldId id="829" r:id="rId7"/>
    <p:sldId id="832" r:id="rId8"/>
    <p:sldId id="830" r:id="rId9"/>
    <p:sldId id="83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02B340-40DE-4C84-A052-F247CE06E894}" v="54" dt="2026-03-26T14:44:43.7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23" autoAdjust="0"/>
    <p:restoredTop sz="94660"/>
  </p:normalViewPr>
  <p:slideViewPr>
    <p:cSldViewPr snapToGrid="0">
      <p:cViewPr varScale="1">
        <p:scale>
          <a:sx n="67" d="100"/>
          <a:sy n="67" d="100"/>
        </p:scale>
        <p:origin x="91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50" d="100"/>
          <a:sy n="150" d="100"/>
        </p:scale>
        <p:origin x="432" y="-14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ppupatil0404@gmail.com" userId="60d8a110c4578b00" providerId="LiveId" clId="{AF08342D-B071-48C2-B49D-9DB5968E02E5}"/>
    <pc:docChg chg="undo custSel addSld delSld modSld">
      <pc:chgData name="appupatil0404@gmail.com" userId="60d8a110c4578b00" providerId="LiveId" clId="{AF08342D-B071-48C2-B49D-9DB5968E02E5}" dt="2026-03-26T15:55:51.376" v="976" actId="47"/>
      <pc:docMkLst>
        <pc:docMk/>
      </pc:docMkLst>
      <pc:sldChg chg="modSp mod">
        <pc:chgData name="appupatil0404@gmail.com" userId="60d8a110c4578b00" providerId="LiveId" clId="{AF08342D-B071-48C2-B49D-9DB5968E02E5}" dt="2026-03-22T17:38:38.231" v="36" actId="20577"/>
        <pc:sldMkLst>
          <pc:docMk/>
          <pc:sldMk cId="1157260694" sldId="803"/>
        </pc:sldMkLst>
        <pc:spChg chg="mod">
          <ac:chgData name="appupatil0404@gmail.com" userId="60d8a110c4578b00" providerId="LiveId" clId="{AF08342D-B071-48C2-B49D-9DB5968E02E5}" dt="2026-03-22T17:38:38.231" v="36" actId="20577"/>
          <ac:spMkLst>
            <pc:docMk/>
            <pc:sldMk cId="1157260694" sldId="803"/>
            <ac:spMk id="106" creationId="{0794CBDF-89DA-68F4-4998-89F67853C47F}"/>
          </ac:spMkLst>
        </pc:spChg>
      </pc:sldChg>
      <pc:sldChg chg="addSp delSp modSp mod">
        <pc:chgData name="appupatil0404@gmail.com" userId="60d8a110c4578b00" providerId="LiveId" clId="{AF08342D-B071-48C2-B49D-9DB5968E02E5}" dt="2026-03-26T13:32:07.738" v="598" actId="20577"/>
        <pc:sldMkLst>
          <pc:docMk/>
          <pc:sldMk cId="1118610013" sldId="805"/>
        </pc:sldMkLst>
        <pc:spChg chg="del mod">
          <ac:chgData name="appupatil0404@gmail.com" userId="60d8a110c4578b00" providerId="LiveId" clId="{AF08342D-B071-48C2-B49D-9DB5968E02E5}" dt="2026-03-26T13:27:34.691" v="457" actId="478"/>
          <ac:spMkLst>
            <pc:docMk/>
            <pc:sldMk cId="1118610013" sldId="805"/>
            <ac:spMk id="3" creationId="{483C3445-0940-99F0-AB5E-58C8CA362A11}"/>
          </ac:spMkLst>
        </pc:spChg>
        <pc:spChg chg="add mod">
          <ac:chgData name="appupatil0404@gmail.com" userId="60d8a110c4578b00" providerId="LiveId" clId="{AF08342D-B071-48C2-B49D-9DB5968E02E5}" dt="2026-03-26T13:32:01.999" v="597" actId="1076"/>
          <ac:spMkLst>
            <pc:docMk/>
            <pc:sldMk cId="1118610013" sldId="805"/>
            <ac:spMk id="4" creationId="{0323066A-C544-3512-69BF-A2D761AEB969}"/>
          </ac:spMkLst>
        </pc:spChg>
        <pc:spChg chg="add del mod">
          <ac:chgData name="appupatil0404@gmail.com" userId="60d8a110c4578b00" providerId="LiveId" clId="{AF08342D-B071-48C2-B49D-9DB5968E02E5}" dt="2026-03-26T13:28:18.107" v="465" actId="478"/>
          <ac:spMkLst>
            <pc:docMk/>
            <pc:sldMk cId="1118610013" sldId="805"/>
            <ac:spMk id="6" creationId="{F5255370-938B-0DF2-1805-DCC90E6DBE20}"/>
          </ac:spMkLst>
        </pc:spChg>
        <pc:spChg chg="add mod">
          <ac:chgData name="appupatil0404@gmail.com" userId="60d8a110c4578b00" providerId="LiveId" clId="{AF08342D-B071-48C2-B49D-9DB5968E02E5}" dt="2026-03-26T13:32:07.738" v="598" actId="20577"/>
          <ac:spMkLst>
            <pc:docMk/>
            <pc:sldMk cId="1118610013" sldId="805"/>
            <ac:spMk id="7" creationId="{F392125C-C204-80F5-340A-032E725700B5}"/>
          </ac:spMkLst>
        </pc:spChg>
      </pc:sldChg>
      <pc:sldChg chg="addSp delSp modSp mod">
        <pc:chgData name="appupatil0404@gmail.com" userId="60d8a110c4578b00" providerId="LiveId" clId="{AF08342D-B071-48C2-B49D-9DB5968E02E5}" dt="2026-03-26T13:33:31.640" v="608" actId="14100"/>
        <pc:sldMkLst>
          <pc:docMk/>
          <pc:sldMk cId="1621328973" sldId="824"/>
        </pc:sldMkLst>
        <pc:spChg chg="del mod">
          <ac:chgData name="appupatil0404@gmail.com" userId="60d8a110c4578b00" providerId="LiveId" clId="{AF08342D-B071-48C2-B49D-9DB5968E02E5}" dt="2026-03-26T13:32:34.485" v="601" actId="478"/>
          <ac:spMkLst>
            <pc:docMk/>
            <pc:sldMk cId="1621328973" sldId="824"/>
            <ac:spMk id="3" creationId="{9D0C28EA-830E-81C1-7404-A72E3E5F5859}"/>
          </ac:spMkLst>
        </pc:spChg>
        <pc:spChg chg="add del mod">
          <ac:chgData name="appupatil0404@gmail.com" userId="60d8a110c4578b00" providerId="LiveId" clId="{AF08342D-B071-48C2-B49D-9DB5968E02E5}" dt="2026-03-26T13:32:41.525" v="602" actId="478"/>
          <ac:spMkLst>
            <pc:docMk/>
            <pc:sldMk cId="1621328973" sldId="824"/>
            <ac:spMk id="5" creationId="{705E7EEA-3D84-EF45-3CEA-ED021EEFB14F}"/>
          </ac:spMkLst>
        </pc:spChg>
        <pc:spChg chg="add mod">
          <ac:chgData name="appupatil0404@gmail.com" userId="60d8a110c4578b00" providerId="LiveId" clId="{AF08342D-B071-48C2-B49D-9DB5968E02E5}" dt="2026-03-26T13:33:31.640" v="608" actId="14100"/>
          <ac:spMkLst>
            <pc:docMk/>
            <pc:sldMk cId="1621328973" sldId="824"/>
            <ac:spMk id="6" creationId="{61B68464-F4E8-9373-2697-52E17E5089F6}"/>
          </ac:spMkLst>
        </pc:spChg>
      </pc:sldChg>
      <pc:sldChg chg="addSp delSp modSp mod">
        <pc:chgData name="appupatil0404@gmail.com" userId="60d8a110c4578b00" providerId="LiveId" clId="{AF08342D-B071-48C2-B49D-9DB5968E02E5}" dt="2026-03-26T13:21:06.684" v="401" actId="14100"/>
        <pc:sldMkLst>
          <pc:docMk/>
          <pc:sldMk cId="552599215" sldId="828"/>
        </pc:sldMkLst>
        <pc:spChg chg="mod">
          <ac:chgData name="appupatil0404@gmail.com" userId="60d8a110c4578b00" providerId="LiveId" clId="{AF08342D-B071-48C2-B49D-9DB5968E02E5}" dt="2026-03-26T13:20:27.711" v="396" actId="20577"/>
          <ac:spMkLst>
            <pc:docMk/>
            <pc:sldMk cId="552599215" sldId="828"/>
            <ac:spMk id="3" creationId="{0A7F0759-F1BE-FAAD-BBB2-2AC231645EB3}"/>
          </ac:spMkLst>
        </pc:spChg>
        <pc:picChg chg="add del mod">
          <ac:chgData name="appupatil0404@gmail.com" userId="60d8a110c4578b00" providerId="LiveId" clId="{AF08342D-B071-48C2-B49D-9DB5968E02E5}" dt="2026-03-26T13:17:51.330" v="225" actId="931"/>
          <ac:picMkLst>
            <pc:docMk/>
            <pc:sldMk cId="552599215" sldId="828"/>
            <ac:picMk id="5" creationId="{819A0BC8-1FFD-3A49-2575-E69CDE17673A}"/>
          </ac:picMkLst>
        </pc:picChg>
        <pc:picChg chg="add mod">
          <ac:chgData name="appupatil0404@gmail.com" userId="60d8a110c4578b00" providerId="LiveId" clId="{AF08342D-B071-48C2-B49D-9DB5968E02E5}" dt="2026-03-26T13:20:52.773" v="397" actId="14100"/>
          <ac:picMkLst>
            <pc:docMk/>
            <pc:sldMk cId="552599215" sldId="828"/>
            <ac:picMk id="7" creationId="{7AD647C6-2A3C-B1CF-0F1A-D55776AA7E7F}"/>
          </ac:picMkLst>
        </pc:picChg>
        <pc:picChg chg="add mod">
          <ac:chgData name="appupatil0404@gmail.com" userId="60d8a110c4578b00" providerId="LiveId" clId="{AF08342D-B071-48C2-B49D-9DB5968E02E5}" dt="2026-03-26T13:21:06.684" v="401" actId="14100"/>
          <ac:picMkLst>
            <pc:docMk/>
            <pc:sldMk cId="552599215" sldId="828"/>
            <ac:picMk id="9" creationId="{3DAE3E13-A15B-4F36-99C5-08FC09352851}"/>
          </ac:picMkLst>
        </pc:picChg>
      </pc:sldChg>
      <pc:sldChg chg="addSp delSp modSp mod">
        <pc:chgData name="appupatil0404@gmail.com" userId="60d8a110c4578b00" providerId="LiveId" clId="{AF08342D-B071-48C2-B49D-9DB5968E02E5}" dt="2026-03-26T13:55:28.474" v="794" actId="14100"/>
        <pc:sldMkLst>
          <pc:docMk/>
          <pc:sldMk cId="880199844" sldId="829"/>
        </pc:sldMkLst>
        <pc:spChg chg="del mod">
          <ac:chgData name="appupatil0404@gmail.com" userId="60d8a110c4578b00" providerId="LiveId" clId="{AF08342D-B071-48C2-B49D-9DB5968E02E5}" dt="2026-03-26T13:38:50.196" v="611" actId="478"/>
          <ac:spMkLst>
            <pc:docMk/>
            <pc:sldMk cId="880199844" sldId="829"/>
            <ac:spMk id="3" creationId="{A7186C9A-5673-235A-9BD4-3F585055F21B}"/>
          </ac:spMkLst>
        </pc:spChg>
        <pc:spChg chg="add del mod">
          <ac:chgData name="appupatil0404@gmail.com" userId="60d8a110c4578b00" providerId="LiveId" clId="{AF08342D-B071-48C2-B49D-9DB5968E02E5}" dt="2026-03-26T13:38:53.506" v="612" actId="478"/>
          <ac:spMkLst>
            <pc:docMk/>
            <pc:sldMk cId="880199844" sldId="829"/>
            <ac:spMk id="5" creationId="{98D54BD8-4020-CA4F-49E0-51D0D329F69D}"/>
          </ac:spMkLst>
        </pc:spChg>
        <pc:spChg chg="add del mod">
          <ac:chgData name="appupatil0404@gmail.com" userId="60d8a110c4578b00" providerId="LiveId" clId="{AF08342D-B071-48C2-B49D-9DB5968E02E5}" dt="2026-03-26T13:39:15.802" v="619"/>
          <ac:spMkLst>
            <pc:docMk/>
            <pc:sldMk cId="880199844" sldId="829"/>
            <ac:spMk id="6" creationId="{C1516BE4-DAFC-DA71-C45E-480AF072F7B9}"/>
          </ac:spMkLst>
        </pc:spChg>
        <pc:spChg chg="add del mod">
          <ac:chgData name="appupatil0404@gmail.com" userId="60d8a110c4578b00" providerId="LiveId" clId="{AF08342D-B071-48C2-B49D-9DB5968E02E5}" dt="2026-03-26T13:46:11.133" v="680" actId="47"/>
          <ac:spMkLst>
            <pc:docMk/>
            <pc:sldMk cId="880199844" sldId="829"/>
            <ac:spMk id="7" creationId="{8AB84E89-16D6-6325-C098-94E10ECD4B73}"/>
          </ac:spMkLst>
        </pc:spChg>
        <pc:spChg chg="add mod">
          <ac:chgData name="appupatil0404@gmail.com" userId="60d8a110c4578b00" providerId="LiveId" clId="{AF08342D-B071-48C2-B49D-9DB5968E02E5}" dt="2026-03-26T13:54:54.527" v="786" actId="20577"/>
          <ac:spMkLst>
            <pc:docMk/>
            <pc:sldMk cId="880199844" sldId="829"/>
            <ac:spMk id="8" creationId="{8D176F6A-2876-3C0A-9D13-B0AE4D529449}"/>
          </ac:spMkLst>
        </pc:spChg>
        <pc:picChg chg="add mod">
          <ac:chgData name="appupatil0404@gmail.com" userId="60d8a110c4578b00" providerId="LiveId" clId="{AF08342D-B071-48C2-B49D-9DB5968E02E5}" dt="2026-03-26T13:55:28.474" v="794" actId="14100"/>
          <ac:picMkLst>
            <pc:docMk/>
            <pc:sldMk cId="880199844" sldId="829"/>
            <ac:picMk id="10" creationId="{0B9066EF-041E-11C8-88A8-0E73C91B2A9B}"/>
          </ac:picMkLst>
        </pc:picChg>
      </pc:sldChg>
      <pc:sldChg chg="addSp delSp modSp mod">
        <pc:chgData name="appupatil0404@gmail.com" userId="60d8a110c4578b00" providerId="LiveId" clId="{AF08342D-B071-48C2-B49D-9DB5968E02E5}" dt="2026-03-26T14:38:33.241" v="884" actId="1076"/>
        <pc:sldMkLst>
          <pc:docMk/>
          <pc:sldMk cId="1298748633" sldId="830"/>
        </pc:sldMkLst>
        <pc:spChg chg="del mod">
          <ac:chgData name="appupatil0404@gmail.com" userId="60d8a110c4578b00" providerId="LiveId" clId="{AF08342D-B071-48C2-B49D-9DB5968E02E5}" dt="2026-03-26T14:32:36.454" v="839" actId="478"/>
          <ac:spMkLst>
            <pc:docMk/>
            <pc:sldMk cId="1298748633" sldId="830"/>
            <ac:spMk id="3" creationId="{CCFAADE7-0B30-77FD-7C8B-41A1B856FBAA}"/>
          </ac:spMkLst>
        </pc:spChg>
        <pc:spChg chg="add del mod">
          <ac:chgData name="appupatil0404@gmail.com" userId="60d8a110c4578b00" providerId="LiveId" clId="{AF08342D-B071-48C2-B49D-9DB5968E02E5}" dt="2026-03-26T14:32:39.641" v="840" actId="478"/>
          <ac:spMkLst>
            <pc:docMk/>
            <pc:sldMk cId="1298748633" sldId="830"/>
            <ac:spMk id="5" creationId="{645E3BDE-EAFE-88DF-AA65-01B572FE854C}"/>
          </ac:spMkLst>
        </pc:spChg>
        <pc:spChg chg="add mod">
          <ac:chgData name="appupatil0404@gmail.com" userId="60d8a110c4578b00" providerId="LiveId" clId="{AF08342D-B071-48C2-B49D-9DB5968E02E5}" dt="2026-03-26T14:38:33.241" v="884" actId="1076"/>
          <ac:spMkLst>
            <pc:docMk/>
            <pc:sldMk cId="1298748633" sldId="830"/>
            <ac:spMk id="6" creationId="{DDAB8F20-DC4B-5C0F-9CB5-B86124805AB5}"/>
          </ac:spMkLst>
        </pc:spChg>
      </pc:sldChg>
      <pc:sldChg chg="del">
        <pc:chgData name="appupatil0404@gmail.com" userId="60d8a110c4578b00" providerId="LiveId" clId="{AF08342D-B071-48C2-B49D-9DB5968E02E5}" dt="2026-03-26T15:55:51.376" v="976" actId="47"/>
        <pc:sldMkLst>
          <pc:docMk/>
          <pc:sldMk cId="2656312767" sldId="831"/>
        </pc:sldMkLst>
      </pc:sldChg>
      <pc:sldChg chg="addSp delSp modSp mod">
        <pc:chgData name="appupatil0404@gmail.com" userId="60d8a110c4578b00" providerId="LiveId" clId="{AF08342D-B071-48C2-B49D-9DB5968E02E5}" dt="2026-03-26T14:05:07.231" v="836" actId="1076"/>
        <pc:sldMkLst>
          <pc:docMk/>
          <pc:sldMk cId="1076672197" sldId="832"/>
        </pc:sldMkLst>
        <pc:spChg chg="del mod">
          <ac:chgData name="appupatil0404@gmail.com" userId="60d8a110c4578b00" providerId="LiveId" clId="{AF08342D-B071-48C2-B49D-9DB5968E02E5}" dt="2026-03-26T13:59:38.658" v="796" actId="478"/>
          <ac:spMkLst>
            <pc:docMk/>
            <pc:sldMk cId="1076672197" sldId="832"/>
            <ac:spMk id="3" creationId="{1ED32972-71CF-5F3C-FC9D-E36A0D2D508F}"/>
          </ac:spMkLst>
        </pc:spChg>
        <pc:spChg chg="add del mod">
          <ac:chgData name="appupatil0404@gmail.com" userId="60d8a110c4578b00" providerId="LiveId" clId="{AF08342D-B071-48C2-B49D-9DB5968E02E5}" dt="2026-03-26T13:59:42.176" v="797" actId="478"/>
          <ac:spMkLst>
            <pc:docMk/>
            <pc:sldMk cId="1076672197" sldId="832"/>
            <ac:spMk id="5" creationId="{240FFDCB-2AFB-DCB2-3B0D-70D154B63A93}"/>
          </ac:spMkLst>
        </pc:spChg>
        <pc:spChg chg="add del mod">
          <ac:chgData name="appupatil0404@gmail.com" userId="60d8a110c4578b00" providerId="LiveId" clId="{AF08342D-B071-48C2-B49D-9DB5968E02E5}" dt="2026-03-26T14:00:15.891" v="803"/>
          <ac:spMkLst>
            <pc:docMk/>
            <pc:sldMk cId="1076672197" sldId="832"/>
            <ac:spMk id="6" creationId="{EBDC3D76-78F9-7583-70EA-EC5557EACB2B}"/>
          </ac:spMkLst>
        </pc:spChg>
        <pc:spChg chg="add del mod">
          <ac:chgData name="appupatil0404@gmail.com" userId="60d8a110c4578b00" providerId="LiveId" clId="{AF08342D-B071-48C2-B49D-9DB5968E02E5}" dt="2026-03-26T14:00:15.889" v="801" actId="478"/>
          <ac:spMkLst>
            <pc:docMk/>
            <pc:sldMk cId="1076672197" sldId="832"/>
            <ac:spMk id="7" creationId="{1CF2387E-509C-7ED5-CEAD-53E6A25D441C}"/>
          </ac:spMkLst>
        </pc:spChg>
        <pc:spChg chg="add del mod">
          <ac:chgData name="appupatil0404@gmail.com" userId="60d8a110c4578b00" providerId="LiveId" clId="{AF08342D-B071-48C2-B49D-9DB5968E02E5}" dt="2026-03-26T14:01:41.398" v="816" actId="478"/>
          <ac:spMkLst>
            <pc:docMk/>
            <pc:sldMk cId="1076672197" sldId="832"/>
            <ac:spMk id="8" creationId="{323BE97F-0C18-C251-C61D-EAF4B67F088B}"/>
          </ac:spMkLst>
        </pc:spChg>
        <pc:spChg chg="add">
          <ac:chgData name="appupatil0404@gmail.com" userId="60d8a110c4578b00" providerId="LiveId" clId="{AF08342D-B071-48C2-B49D-9DB5968E02E5}" dt="2026-03-26T14:00:25.634" v="806"/>
          <ac:spMkLst>
            <pc:docMk/>
            <pc:sldMk cId="1076672197" sldId="832"/>
            <ac:spMk id="9" creationId="{3F501279-2D95-C149-4CEF-F0D42247589A}"/>
          </ac:spMkLst>
        </pc:spChg>
        <pc:spChg chg="add mod">
          <ac:chgData name="appupatil0404@gmail.com" userId="60d8a110c4578b00" providerId="LiveId" clId="{AF08342D-B071-48C2-B49D-9DB5968E02E5}" dt="2026-03-26T14:05:07.231" v="836" actId="1076"/>
          <ac:spMkLst>
            <pc:docMk/>
            <pc:sldMk cId="1076672197" sldId="832"/>
            <ac:spMk id="10" creationId="{7838060A-ABBC-AE37-0C0A-E1A2FB434EF5}"/>
          </ac:spMkLst>
        </pc:spChg>
      </pc:sldChg>
      <pc:sldChg chg="modSp mod">
        <pc:chgData name="appupatil0404@gmail.com" userId="60d8a110c4578b00" providerId="LiveId" clId="{AF08342D-B071-48C2-B49D-9DB5968E02E5}" dt="2026-03-26T13:10:12.723" v="188" actId="20577"/>
        <pc:sldMkLst>
          <pc:docMk/>
          <pc:sldMk cId="259496017" sldId="833"/>
        </pc:sldMkLst>
        <pc:graphicFrameChg chg="mod modGraphic">
          <ac:chgData name="appupatil0404@gmail.com" userId="60d8a110c4578b00" providerId="LiveId" clId="{AF08342D-B071-48C2-B49D-9DB5968E02E5}" dt="2026-03-26T13:10:12.723" v="188" actId="20577"/>
          <ac:graphicFrameMkLst>
            <pc:docMk/>
            <pc:sldMk cId="259496017" sldId="833"/>
            <ac:graphicFrameMk id="6" creationId="{85182370-2B47-D13B-FC3B-F8B25566CAEF}"/>
          </ac:graphicFrameMkLst>
        </pc:graphicFrameChg>
      </pc:sldChg>
      <pc:sldChg chg="addSp delSp modSp new mod">
        <pc:chgData name="appupatil0404@gmail.com" userId="60d8a110c4578b00" providerId="LiveId" clId="{AF08342D-B071-48C2-B49D-9DB5968E02E5}" dt="2026-03-26T14:45:05.020" v="975" actId="14100"/>
        <pc:sldMkLst>
          <pc:docMk/>
          <pc:sldMk cId="246663749" sldId="834"/>
        </pc:sldMkLst>
        <pc:spChg chg="del">
          <ac:chgData name="appupatil0404@gmail.com" userId="60d8a110c4578b00" providerId="LiveId" clId="{AF08342D-B071-48C2-B49D-9DB5968E02E5}" dt="2026-03-26T14:42:00.282" v="886" actId="478"/>
          <ac:spMkLst>
            <pc:docMk/>
            <pc:sldMk cId="246663749" sldId="834"/>
            <ac:spMk id="2" creationId="{5CFEC712-4629-2C4F-3E98-2D9D6001A59F}"/>
          </ac:spMkLst>
        </pc:spChg>
        <pc:spChg chg="del">
          <ac:chgData name="appupatil0404@gmail.com" userId="60d8a110c4578b00" providerId="LiveId" clId="{AF08342D-B071-48C2-B49D-9DB5968E02E5}" dt="2026-03-26T14:42:08.685" v="887" actId="478"/>
          <ac:spMkLst>
            <pc:docMk/>
            <pc:sldMk cId="246663749" sldId="834"/>
            <ac:spMk id="3" creationId="{A1908281-F371-1948-2BB1-5ABFDE04719B}"/>
          </ac:spMkLst>
        </pc:spChg>
        <pc:spChg chg="add mod">
          <ac:chgData name="appupatil0404@gmail.com" userId="60d8a110c4578b00" providerId="LiveId" clId="{AF08342D-B071-48C2-B49D-9DB5968E02E5}" dt="2026-03-26T14:45:05.020" v="975" actId="14100"/>
          <ac:spMkLst>
            <pc:docMk/>
            <pc:sldMk cId="246663749" sldId="834"/>
            <ac:spMk id="4" creationId="{BC49ADFF-0236-0729-7BE9-486C3F776243}"/>
          </ac:spMkLst>
        </pc:spChg>
      </pc:sldChg>
      <pc:sldChg chg="new del">
        <pc:chgData name="appupatil0404@gmail.com" userId="60d8a110c4578b00" providerId="LiveId" clId="{AF08342D-B071-48C2-B49D-9DB5968E02E5}" dt="2026-03-26T13:46:12.500" v="681" actId="680"/>
        <pc:sldMkLst>
          <pc:docMk/>
          <pc:sldMk cId="376935502" sldId="83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4CAE8-38D5-461C-80C4-1AF2B758DADD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8D782-C295-45AF-8CC4-5EB981288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587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4ABD5BB5-C395-2DF8-D539-36737393B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72FFC9B4-4278-A514-C0A7-72EAAC723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C8FFAD72-5149-46B7-A20E-DF4F96DE0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>
            <a:extLst>
              <a:ext uri="{FF2B5EF4-FFF2-40B4-BE49-F238E27FC236}">
                <a16:creationId xmlns:a16="http://schemas.microsoft.com/office/drawing/2014/main" id="{A97F5C20-8BAD-CE9B-4D38-1CF55F7253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1685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AFF4B-C04A-07B0-094D-86746B3EF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11CDF-21A0-9FEC-2F88-3F16669D6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E9D5F-C289-EA26-CF8B-CB52EFE4B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7C9EC-3730-8AE2-FDAB-25DFF0B1E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212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075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790FE-2DE2-387C-625F-AACE3FD7F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0BB5F-7193-254E-6D58-C49599CA3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2A11E-0DFC-17FB-02F1-F2832FBB4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4184-A693-CBEB-6603-80242D92B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392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593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F895-5022-38DA-2054-0C369F380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18D03-72B5-B7EA-E56D-FEE96073D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B98BE-F9C6-D5BF-E732-2895FF121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7E643-4F9A-B030-FD04-51F4A8BA2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106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B7A1-F227-707B-7BDC-D8504321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2DB9F-8180-6707-CF03-AF3179783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06CB4-CBD8-AEBB-903A-0350DDF74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16E92-3E9E-2C9C-DCEB-A027251CF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087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2D362-4CC2-1D7D-5B37-272761D9F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E08CF-FFD7-C7F1-F7C9-8C0198C9E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2D4EC-36D9-9636-CD33-D59AAB049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B67E4-279A-3BB1-BEE4-9C8B181D0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196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White">
  <p:cSld name="Cover Whi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C:\Users\Admin\Downloads\ilovepdf_pages-to-jpg (1)\RU_PPT Template-White Blank_page-000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31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"/>
          <p:cNvGrpSpPr/>
          <p:nvPr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20" name="Google Shape;20;p2" descr="NIRF — SAVEETHA SCHOOL OF MANAGEMENT"/>
            <p:cNvPicPr preferRelativeResize="0"/>
            <p:nvPr/>
          </p:nvPicPr>
          <p:blipFill rotWithShape="1">
            <a:blip r:embed="rId3">
              <a:alphaModFix/>
            </a:blip>
            <a:srcRect l="27517" t="4377" r="28920" b="7151"/>
            <a:stretch/>
          </p:blipFill>
          <p:spPr>
            <a:xfrm>
              <a:off x="12122688" y="97913"/>
              <a:ext cx="843474" cy="5922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 descr="Bharath University - Top University In India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37939" y="182966"/>
              <a:ext cx="1158298" cy="4308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 descr="CREDISAPP for Ratings - Eloit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3072901" y="114292"/>
              <a:ext cx="1155067" cy="5758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2" descr="MHRD | Innovation Cell - Home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616154" y="789734"/>
              <a:ext cx="1857797" cy="658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 descr="Institution's Innovation Council | MHRD"/>
            <p:cNvPicPr preferRelativeResize="0"/>
            <p:nvPr/>
          </p:nvPicPr>
          <p:blipFill rotWithShape="1">
            <a:blip r:embed="rId7">
              <a:alphaModFix/>
            </a:blip>
            <a:srcRect l="8879" t="20720" r="8879" b="24345"/>
            <a:stretch/>
          </p:blipFill>
          <p:spPr>
            <a:xfrm>
              <a:off x="12886182" y="774201"/>
              <a:ext cx="1349698" cy="6375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1058553" y="3124200"/>
            <a:ext cx="8421823" cy="175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000"/>
              <a:buFont typeface="Roboto Medium"/>
              <a:buNone/>
              <a:defRPr sz="40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1046572" y="5129788"/>
            <a:ext cx="6755716" cy="40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185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hite">
  <p:cSld name="Agenda White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3" descr="C:\Users\Admin\Downloads\ilovepdf_pages-to-jpg (3)\RU_PPT Template-White Blank (1)_page-0003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33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1367146" y="6096000"/>
            <a:ext cx="5962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695400" y="395786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Roboto Medium"/>
              <a:buNone/>
              <a:defRPr sz="28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222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93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1777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922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7447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1107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930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619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921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2287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402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7738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7EB35E84-5960-AA15-D5D2-FCDA928FD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0794CBDF-89DA-68F4-4998-89F67853C47F}"/>
              </a:ext>
            </a:extLst>
          </p:cNvPr>
          <p:cNvSpPr txBox="1"/>
          <p:nvPr/>
        </p:nvSpPr>
        <p:spPr>
          <a:xfrm>
            <a:off x="3450027" y="3646955"/>
            <a:ext cx="475013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endParaRPr lang="en-US" sz="3200" b="1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MedVoiceai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5715D715-9E59-BD2C-C8BA-7435D7135AF7}"/>
              </a:ext>
            </a:extLst>
          </p:cNvPr>
          <p:cNvSpPr txBox="1"/>
          <p:nvPr/>
        </p:nvSpPr>
        <p:spPr>
          <a:xfrm>
            <a:off x="1569910" y="2804655"/>
            <a:ext cx="983876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School of Compu</a:t>
            </a:r>
            <a:r>
              <a:rPr lang="en-US" sz="36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 Science &amp;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AI </a:t>
            </a: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Application Development – IA1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7260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35E7-678C-8AF0-B273-A067CA79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CF152-678E-EC39-589A-AFB6DAA8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Team members &amp; roles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182370-2B47-D13B-FC3B-F8B25566C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136440"/>
              </p:ext>
            </p:extLst>
          </p:nvPr>
        </p:nvGraphicFramePr>
        <p:xfrm>
          <a:off x="1177446" y="2329840"/>
          <a:ext cx="9832932" cy="3545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6466">
                  <a:extLst>
                    <a:ext uri="{9D8B030D-6E8A-4147-A177-3AD203B41FA5}">
                      <a16:colId xmlns:a16="http://schemas.microsoft.com/office/drawing/2014/main" val="50089967"/>
                    </a:ext>
                  </a:extLst>
                </a:gridCol>
                <a:gridCol w="4916466">
                  <a:extLst>
                    <a:ext uri="{9D8B030D-6E8A-4147-A177-3AD203B41FA5}">
                      <a16:colId xmlns:a16="http://schemas.microsoft.com/office/drawing/2014/main" val="975677717"/>
                    </a:ext>
                  </a:extLst>
                </a:gridCol>
              </a:tblGrid>
              <a:tr h="590863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Team member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 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729165"/>
                  </a:ext>
                </a:extLst>
              </a:tr>
              <a:tr h="590863">
                <a:tc>
                  <a:txBody>
                    <a:bodyPr/>
                    <a:lstStyle/>
                    <a:p>
                      <a:r>
                        <a:rPr lang="en-US" dirty="0"/>
                        <a:t>Ashok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Team Lead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77258"/>
                  </a:ext>
                </a:extLst>
              </a:tr>
              <a:tr h="590863">
                <a:tc>
                  <a:txBody>
                    <a:bodyPr/>
                    <a:lstStyle/>
                    <a:p>
                      <a:r>
                        <a:rPr lang="en-US" dirty="0"/>
                        <a:t>Abhishek 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612009"/>
                  </a:ext>
                </a:extLst>
              </a:tr>
              <a:tr h="590863">
                <a:tc>
                  <a:txBody>
                    <a:bodyPr/>
                    <a:lstStyle/>
                    <a:p>
                      <a:r>
                        <a:rPr lang="en-US" dirty="0" err="1"/>
                        <a:t>Ashfhak</a:t>
                      </a:r>
                      <a:r>
                        <a:rPr lang="en-US" dirty="0"/>
                        <a:t> Shaikh</a:t>
                      </a:r>
                    </a:p>
                    <a:p>
                      <a:r>
                        <a:rPr lang="en-US" dirty="0"/>
                        <a:t>Chethan 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Contact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89344"/>
                  </a:ext>
                </a:extLst>
              </a:tr>
              <a:tr h="590863">
                <a:tc>
                  <a:txBody>
                    <a:bodyPr/>
                    <a:lstStyle/>
                    <a:p>
                      <a:r>
                        <a:rPr lang="en-US" dirty="0"/>
                        <a:t>Gunesh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Lead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502386"/>
                  </a:ext>
                </a:extLst>
              </a:tr>
              <a:tr h="590863">
                <a:tc>
                  <a:txBody>
                    <a:bodyPr/>
                    <a:lstStyle/>
                    <a:p>
                      <a:r>
                        <a:rPr lang="en-IN" dirty="0"/>
                        <a:t>Chidananda naik DL</a:t>
                      </a:r>
                    </a:p>
                    <a:p>
                      <a:r>
                        <a:rPr lang="en-IN" dirty="0"/>
                        <a:t>Deepak Rathod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Github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703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496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5886C-2AC8-ED81-81E1-EB56CE95F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18B1A-D73F-F2F6-5303-A4369C417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Modified Problem Statement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B68464-F4E8-9373-2697-52E17E5089F6}"/>
              </a:ext>
            </a:extLst>
          </p:cNvPr>
          <p:cNvSpPr txBox="1"/>
          <p:nvPr/>
        </p:nvSpPr>
        <p:spPr>
          <a:xfrm>
            <a:off x="695400" y="1428750"/>
            <a:ext cx="100602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7"/>
              </a:spcBef>
            </a:pPr>
            <a:r>
              <a:rPr lang="en-IN" dirty="0"/>
              <a:t>Healthcare providers struggle to effectively communicate with patients who speak different languages, making it difficult to understand patient concerns and provide timely support. An AI-powered multilingual conversational intelligence platform can help healthcare organizations analyse and manage patient conversations efficiently across multiple languages.</a:t>
            </a:r>
          </a:p>
        </p:txBody>
      </p:sp>
    </p:spTree>
    <p:extLst>
      <p:ext uri="{BB962C8B-B14F-4D97-AF65-F5344CB8AC3E}">
        <p14:creationId xmlns:p14="http://schemas.microsoft.com/office/powerpoint/2010/main" val="1621328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14202-8164-A88E-0CA6-8593095C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E602-D398-31B9-4AEB-C32E61CFB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User/ Customer Understanding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F0759-F1BE-FAAD-BBB2-2AC231645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4160" y="1595806"/>
            <a:ext cx="10519785" cy="3790386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D647C6-2A3C-B1CF-0F1A-D55776AA7E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80" y="1595806"/>
            <a:ext cx="4872050" cy="37903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AE3E13-A15B-4F36-99C5-08FC093528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330" y="1598868"/>
            <a:ext cx="5078615" cy="378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99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E22C4-7666-AFE3-A07F-5A5D3E72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3FFD-F5AA-B7BE-FD50-CA6734509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Ideal Customer Profile (ICP)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23066A-C544-3512-69BF-A2D761AEB969}"/>
              </a:ext>
            </a:extLst>
          </p:cNvPr>
          <p:cNvSpPr txBox="1"/>
          <p:nvPr/>
        </p:nvSpPr>
        <p:spPr>
          <a:xfrm>
            <a:off x="6545582" y="1417320"/>
            <a:ext cx="486917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6200" indent="0">
              <a:buNone/>
            </a:pPr>
            <a:r>
              <a:rPr lang="en-IN" sz="2000" b="1" dirty="0"/>
              <a:t>Psychographics</a:t>
            </a:r>
            <a:endParaRPr lang="en-IN" sz="2000" dirty="0"/>
          </a:p>
          <a:p>
            <a:pPr marL="361950" lvl="0" indent="-285750">
              <a:buFont typeface="Arial" panose="020B0604020202020204" pitchFamily="34" charset="0"/>
              <a:buChar char="•"/>
            </a:pPr>
            <a:r>
              <a:rPr lang="en-IN" dirty="0"/>
              <a:t>Language barriers between doctors and patients</a:t>
            </a:r>
          </a:p>
          <a:p>
            <a:pPr marL="361950" lvl="0" indent="-285750">
              <a:buFont typeface="Arial" panose="020B0604020202020204" pitchFamily="34" charset="0"/>
              <a:buChar char="•"/>
            </a:pPr>
            <a:r>
              <a:rPr lang="en-IN" dirty="0"/>
              <a:t>Time-consuming manual medical documentation</a:t>
            </a:r>
          </a:p>
          <a:p>
            <a:pPr marL="361950" lvl="0" indent="-285750">
              <a:buFont typeface="Arial" panose="020B0604020202020204" pitchFamily="34" charset="0"/>
              <a:buChar char="•"/>
            </a:pPr>
            <a:r>
              <a:rPr lang="en-IN" dirty="0"/>
              <a:t>Difficulty managing patient consultation records</a:t>
            </a:r>
          </a:p>
          <a:p>
            <a:pPr marL="361950" lvl="0" indent="-285750">
              <a:buFont typeface="Arial" panose="020B0604020202020204" pitchFamily="34" charset="0"/>
              <a:buChar char="•"/>
            </a:pPr>
            <a:r>
              <a:rPr lang="en-IN" dirty="0"/>
              <a:t>Limited access to healthcare in rural areas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92125C-C204-80F5-340A-032E725700B5}"/>
              </a:ext>
            </a:extLst>
          </p:cNvPr>
          <p:cNvSpPr txBox="1"/>
          <p:nvPr/>
        </p:nvSpPr>
        <p:spPr>
          <a:xfrm>
            <a:off x="777240" y="1405890"/>
            <a:ext cx="552069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6200" indent="0">
              <a:buNone/>
            </a:pPr>
            <a:r>
              <a:rPr lang="en-US" sz="2000" b="1" dirty="0"/>
              <a:t>Demographics</a:t>
            </a:r>
            <a:endParaRPr lang="en-IN" sz="2000" b="1" dirty="0"/>
          </a:p>
          <a:p>
            <a:pPr marL="76200" indent="0">
              <a:buNone/>
            </a:pPr>
            <a:r>
              <a:rPr lang="en-IN" b="1" dirty="0"/>
              <a:t>     Industry</a:t>
            </a:r>
          </a:p>
          <a:p>
            <a:pPr marL="76200" indent="0">
              <a:buNone/>
            </a:pPr>
            <a:r>
              <a:rPr lang="en-IN" b="1" dirty="0"/>
              <a:t>        </a:t>
            </a:r>
            <a:r>
              <a:rPr lang="en-IN" dirty="0"/>
              <a:t>Healthcare and Medical Services</a:t>
            </a:r>
          </a:p>
          <a:p>
            <a:pPr marL="76200" indent="0">
              <a:buNone/>
            </a:pPr>
            <a:endParaRPr lang="en-IN" dirty="0"/>
          </a:p>
          <a:p>
            <a:pPr marL="76200" indent="0">
              <a:buNone/>
            </a:pPr>
            <a:r>
              <a:rPr lang="en-IN" b="1" dirty="0"/>
              <a:t>     Organization Type</a:t>
            </a:r>
            <a:endParaRPr lang="en-IN" dirty="0"/>
          </a:p>
          <a:p>
            <a:pPr marL="76200" lvl="0" indent="0">
              <a:buNone/>
            </a:pPr>
            <a:r>
              <a:rPr lang="en-IN" dirty="0"/>
              <a:t>        Hospitals</a:t>
            </a:r>
          </a:p>
          <a:p>
            <a:pPr marL="76200" lvl="0" indent="0">
              <a:buNone/>
            </a:pPr>
            <a:r>
              <a:rPr lang="en-IN" dirty="0"/>
              <a:t>        Clinics</a:t>
            </a:r>
          </a:p>
          <a:p>
            <a:pPr marL="76200" lvl="0" indent="0">
              <a:buNone/>
            </a:pPr>
            <a:r>
              <a:rPr lang="en-IN" dirty="0"/>
              <a:t>        Healthcare Call </a:t>
            </a:r>
            <a:r>
              <a:rPr lang="en-IN" dirty="0" err="1"/>
              <a:t>Centers</a:t>
            </a:r>
            <a:endParaRPr lang="en-IN" dirty="0"/>
          </a:p>
          <a:p>
            <a:pPr marL="76200" lvl="0" indent="0">
              <a:buNone/>
            </a:pPr>
            <a:endParaRPr lang="en-IN" dirty="0"/>
          </a:p>
          <a:p>
            <a:pPr marL="76200" lvl="0" indent="0">
              <a:buNone/>
            </a:pPr>
            <a:r>
              <a:rPr lang="en-IN" b="1" dirty="0"/>
              <a:t>     Organization Size</a:t>
            </a:r>
            <a:endParaRPr lang="en-IN" dirty="0"/>
          </a:p>
          <a:p>
            <a:pPr marL="76200" lvl="0" indent="0">
              <a:buNone/>
            </a:pPr>
            <a:r>
              <a:rPr lang="en-IN" dirty="0"/>
              <a:t>       Medium to Large Healthcare Organizations</a:t>
            </a:r>
          </a:p>
          <a:p>
            <a:pPr marL="76200" lvl="0" indent="0">
              <a:buNone/>
            </a:pPr>
            <a:r>
              <a:rPr lang="en-IN" dirty="0"/>
              <a:t>       Hospitals handling 50–500+ patients per day</a:t>
            </a:r>
          </a:p>
        </p:txBody>
      </p:sp>
    </p:spTree>
    <p:extLst>
      <p:ext uri="{BB962C8B-B14F-4D97-AF65-F5344CB8AC3E}">
        <p14:creationId xmlns:p14="http://schemas.microsoft.com/office/powerpoint/2010/main" val="1118610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6636C-7729-37EE-3B86-F1312175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B525-9939-960F-B359-A89DCC475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Customer Persona (CP)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B84E89-16D6-6325-C098-94E10ECD4B73}"/>
              </a:ext>
            </a:extLst>
          </p:cNvPr>
          <p:cNvSpPr txBox="1"/>
          <p:nvPr/>
        </p:nvSpPr>
        <p:spPr>
          <a:xfrm>
            <a:off x="845820" y="1588770"/>
            <a:ext cx="946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D176F6A-2876-3C0A-9D13-B0AE4D529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" y="1458260"/>
            <a:ext cx="1081278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Name:					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Gender: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Role: </a:t>
            </a:r>
            <a:r>
              <a:rPr lang="en-US" altLang="en-US" dirty="0">
                <a:latin typeface="Arial" panose="020B0604020202020204" pitchFamily="34" charset="0"/>
              </a:rPr>
              <a:t>Doctor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Bangalore, Karnataka, India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r>
              <a:rPr lang="en-IN" b="1" dirty="0"/>
              <a:t>Problems- Customer Perspective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Language barriers</a:t>
            </a:r>
            <a:r>
              <a:rPr lang="en-IN" dirty="0"/>
              <a:t>: Customers (patients) often struggle to communicate symptoms in a language the doctor understands.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Delayed documentation</a:t>
            </a:r>
            <a:r>
              <a:rPr lang="en-IN" dirty="0"/>
              <a:t>: Doctors spend significant time manually recording patient consultations.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b="1" dirty="0"/>
              <a:t>Need for clarity and records</a:t>
            </a:r>
            <a:r>
              <a:rPr lang="en-IN" dirty="0"/>
              <a:t>: Both doctors and patients want structured medical reports and easy access to past consultation history.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9066EF-041E-11C8-88A8-0E73C91B2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480668"/>
            <a:ext cx="2434590" cy="154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99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D599-550D-934B-834C-4B89AA626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FA05-49D5-8965-5B47-01BD88A22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 Product USP</a:t>
            </a:r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838060A-ABBC-AE37-0C0A-E1A2FB434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95" y="1233988"/>
            <a:ext cx="1266185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Solves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critical language barriers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between doctors and patients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of diagnosis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capturing patient concerns correctly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Reduces dependency on human translators (cost + delay)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Real-time multilingual conversation intelligence (not just translation)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Reduces miscommunication errors and medical risks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672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565F-E02D-F94D-F107-CD2878B8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3AFC-E9B9-CA66-D2C9-C42DE2F1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045685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Use Cases &amp; High level Requirements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AB8F20-DC4B-5C0F-9CB5-B86124805AB5}"/>
              </a:ext>
            </a:extLst>
          </p:cNvPr>
          <p:cNvSpPr txBox="1"/>
          <p:nvPr/>
        </p:nvSpPr>
        <p:spPr>
          <a:xfrm>
            <a:off x="914400" y="1233988"/>
            <a:ext cx="968121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</a:t>
            </a:r>
            <a:r>
              <a:rPr lang="en-IN" b="1" dirty="0"/>
              <a:t> Real-Time Patient–Doctor Conversation Translation</a:t>
            </a:r>
          </a:p>
          <a:p>
            <a:r>
              <a:rPr lang="en-IN" b="1" dirty="0"/>
              <a:t>    Input: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Patient speaks in regional language (e.g., Kannada/Tamil/Hindi) </a:t>
            </a:r>
          </a:p>
          <a:p>
            <a:pPr lvl="1"/>
            <a:r>
              <a:rPr lang="en-IN" dirty="0"/>
              <a:t>Doctor speaks in English </a:t>
            </a:r>
          </a:p>
          <a:p>
            <a:r>
              <a:rPr lang="en-IN" b="1" dirty="0"/>
              <a:t>    Output: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Instant translated speech/text for both sides </a:t>
            </a:r>
          </a:p>
          <a:p>
            <a:pPr lvl="1"/>
            <a:r>
              <a:rPr lang="en-IN" dirty="0"/>
              <a:t>Context-aware medical translation</a:t>
            </a:r>
          </a:p>
          <a:p>
            <a:pPr lvl="1"/>
            <a:endParaRPr lang="en-IN" dirty="0"/>
          </a:p>
          <a:p>
            <a:r>
              <a:rPr lang="en-US" b="1" dirty="0"/>
              <a:t>2. Automated Consultation Summary</a:t>
            </a:r>
          </a:p>
          <a:p>
            <a:r>
              <a:rPr lang="en-US" b="1" dirty="0"/>
              <a:t>    Input: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Full conversation transcript (voice/chat) </a:t>
            </a:r>
          </a:p>
          <a:p>
            <a:r>
              <a:rPr lang="en-US" b="1" dirty="0"/>
              <a:t>    Output: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Structured summary including: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Symptoms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Diagnosis hints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Prescribed actions </a:t>
            </a:r>
          </a:p>
          <a:p>
            <a:pPr lvl="1"/>
            <a:r>
              <a:rPr lang="en-US" dirty="0"/>
              <a:t>Ready-to-save clinical notes</a:t>
            </a:r>
          </a:p>
          <a:p>
            <a:pPr lvl="1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8748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49ADFF-0236-0729-7BE9-486C3F776243}"/>
              </a:ext>
            </a:extLst>
          </p:cNvPr>
          <p:cNvSpPr txBox="1"/>
          <p:nvPr/>
        </p:nvSpPr>
        <p:spPr>
          <a:xfrm>
            <a:off x="628650" y="662940"/>
            <a:ext cx="899541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3. Prescription Letter</a:t>
            </a:r>
          </a:p>
          <a:p>
            <a:r>
              <a:rPr lang="en-IN" b="1" dirty="0"/>
              <a:t>  </a:t>
            </a:r>
            <a:r>
              <a:rPr lang="en-US" b="1" dirty="0"/>
              <a:t>Input:</a:t>
            </a:r>
          </a:p>
          <a:p>
            <a:r>
              <a:rPr lang="en-US" b="1" dirty="0"/>
              <a:t>    </a:t>
            </a:r>
            <a:r>
              <a:rPr lang="en-US" dirty="0"/>
              <a:t>Patient Name </a:t>
            </a:r>
          </a:p>
          <a:p>
            <a:r>
              <a:rPr lang="en-US" dirty="0"/>
              <a:t>    Patient ID / Phone Number </a:t>
            </a:r>
          </a:p>
          <a:p>
            <a:r>
              <a:rPr lang="en-US" dirty="0"/>
              <a:t>    Prescription Letter (text or uploaded document) </a:t>
            </a:r>
          </a:p>
          <a:p>
            <a:r>
              <a:rPr lang="en-US" dirty="0"/>
              <a:t>    Date of consultation </a:t>
            </a:r>
          </a:p>
          <a:p>
            <a:r>
              <a:rPr lang="en-US" dirty="0"/>
              <a:t>    Doctor name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b="1" dirty="0"/>
              <a:t>Output (When Needed)</a:t>
            </a:r>
          </a:p>
          <a:p>
            <a:r>
              <a:rPr lang="en-US" dirty="0"/>
              <a:t>    Doctor searches using: </a:t>
            </a:r>
          </a:p>
          <a:p>
            <a:pPr lvl="1"/>
            <a:r>
              <a:rPr lang="en-US" dirty="0"/>
              <a:t>Patient name / ID </a:t>
            </a:r>
          </a:p>
          <a:p>
            <a:r>
              <a:rPr lang="en-US" dirty="0"/>
              <a:t>    System retrieves: </a:t>
            </a:r>
          </a:p>
          <a:p>
            <a:pPr lvl="1"/>
            <a:r>
              <a:rPr lang="en-US" dirty="0"/>
              <a:t>Prescription letter </a:t>
            </a:r>
          </a:p>
          <a:p>
            <a:r>
              <a:rPr lang="en-US" dirty="0"/>
              <a:t>    Options available: </a:t>
            </a:r>
          </a:p>
          <a:p>
            <a:pPr lvl="1"/>
            <a:r>
              <a:rPr lang="en-US" dirty="0"/>
              <a:t>View </a:t>
            </a:r>
          </a:p>
          <a:p>
            <a:pPr lvl="1"/>
            <a:r>
              <a:rPr lang="en-US" dirty="0"/>
              <a:t>Download </a:t>
            </a:r>
          </a:p>
          <a:p>
            <a:pPr lvl="1"/>
            <a:r>
              <a:rPr lang="en-US" dirty="0"/>
              <a:t>Print </a:t>
            </a:r>
          </a:p>
          <a:p>
            <a:pPr lvl="1"/>
            <a:r>
              <a:rPr lang="en-US" dirty="0"/>
              <a:t>Share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66374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2511</TotalTime>
  <Words>613</Words>
  <Application>Microsoft Office PowerPoint</Application>
  <PresentationFormat>Widescreen</PresentationFormat>
  <Paragraphs>131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Roboto Medium</vt:lpstr>
      <vt:lpstr>Times New Roman</vt:lpstr>
      <vt:lpstr>1_Office Theme</vt:lpstr>
      <vt:lpstr>PowerPoint Presentation</vt:lpstr>
      <vt:lpstr>Team members &amp; roles</vt:lpstr>
      <vt:lpstr> Modified Problem Statement</vt:lpstr>
      <vt:lpstr> User/ Customer Understanding</vt:lpstr>
      <vt:lpstr>Ideal Customer Profile (ICP)</vt:lpstr>
      <vt:lpstr>Customer Persona (CP)</vt:lpstr>
      <vt:lpstr> Product USP</vt:lpstr>
      <vt:lpstr> Use Cases &amp; High level Requirements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Ramaraj Sri</dc:creator>
  <cp:lastModifiedBy>appupatil0404@gmail.com</cp:lastModifiedBy>
  <cp:revision>1</cp:revision>
  <dcterms:created xsi:type="dcterms:W3CDTF">2025-09-17T04:00:39Z</dcterms:created>
  <dcterms:modified xsi:type="dcterms:W3CDTF">2026-03-26T15:56:02Z</dcterms:modified>
</cp:coreProperties>
</file>